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3"/>
  </p:notesMasterIdLst>
  <p:sldIdLst>
    <p:sldId id="277" r:id="rId2"/>
  </p:sldIdLst>
  <p:sldSz cx="7559675" cy="10691813"/>
  <p:notesSz cx="6858000" cy="9144000"/>
  <p:embeddedFontLst>
    <p:embeddedFont>
      <p:font typeface="Montserrat" panose="00000500000000000000" pitchFamily="2" charset="-52"/>
      <p:regular r:id="rId4"/>
      <p:bold r:id="rId5"/>
      <p:italic r:id="rId6"/>
      <p:boldItalic r:id="rId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CF56D35-93B7-447F-8C00-3FD69F4ECA06}">
          <p14:sldIdLst>
            <p14:sldId id="277"/>
          </p14:sldIdLst>
        </p14:section>
        <p14:section name="Раздел без заголовка" id="{4F5E970A-7FBE-4AEE-84BA-B01A1864EEE0}">
          <p14:sldIdLst/>
        </p14:section>
        <p14:section name="Раздел без заголовка" id="{BB30A82B-04E7-40C1-9EBF-AB9BD5A8C902}">
          <p14:sldIdLst/>
        </p14:section>
      </p14:sectionLst>
    </p:ext>
    <p:ext uri="{EFAFB233-063F-42B5-8137-9DF3F51BA10A}">
      <p15:sldGuideLst xmlns:p15="http://schemas.microsoft.com/office/powerpoint/2012/main">
        <p15:guide id="1" pos="544" userDrawn="1">
          <p15:clr>
            <a:srgbClr val="A4A3A4"/>
          </p15:clr>
        </p15:guide>
        <p15:guide id="2" pos="4490" userDrawn="1">
          <p15:clr>
            <a:srgbClr val="A4A3A4"/>
          </p15:clr>
        </p15:guide>
        <p15:guide id="3" orient="horz" pos="6452" userDrawn="1">
          <p15:clr>
            <a:srgbClr val="A4A3A4"/>
          </p15:clr>
        </p15:guide>
        <p15:guide id="4" orient="horz" pos="7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C3B"/>
    <a:srgbClr val="D3181A"/>
    <a:srgbClr val="F6F6F6"/>
    <a:srgbClr val="F8BEBE"/>
    <a:srgbClr val="EAEA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83" autoAdjust="0"/>
  </p:normalViewPr>
  <p:slideViewPr>
    <p:cSldViewPr snapToGrid="0" showGuides="1">
      <p:cViewPr varScale="1">
        <p:scale>
          <a:sx n="92" d="100"/>
          <a:sy n="92" d="100"/>
        </p:scale>
        <p:origin x="2848" y="72"/>
      </p:cViewPr>
      <p:guideLst>
        <p:guide pos="544"/>
        <p:guide pos="4490"/>
        <p:guide orient="horz" pos="6452"/>
        <p:guide orient="horz" pos="7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E47AC-A428-4189-9FF9-E7F9CE7BD9C9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B05740-5836-4CA5-8BA3-D206400144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02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0679" cy="1069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3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ые страниц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7559676" cy="10694839"/>
          </a:xfrm>
          <a:prstGeom prst="rect">
            <a:avLst/>
          </a:prstGeom>
        </p:spPr>
      </p:pic>
      <p:grpSp>
        <p:nvGrpSpPr>
          <p:cNvPr id="7" name="Группа 6"/>
          <p:cNvGrpSpPr/>
          <p:nvPr userDrawn="1"/>
        </p:nvGrpSpPr>
        <p:grpSpPr>
          <a:xfrm>
            <a:off x="770192" y="378613"/>
            <a:ext cx="6357683" cy="340771"/>
            <a:chOff x="770192" y="378613"/>
            <a:chExt cx="6357683" cy="340771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0159" y="427877"/>
              <a:ext cx="927716" cy="291507"/>
            </a:xfrm>
            <a:prstGeom prst="rect">
              <a:avLst/>
            </a:prstGeom>
          </p:spPr>
        </p:pic>
        <p:cxnSp>
          <p:nvCxnSpPr>
            <p:cNvPr id="9" name="Прямая соединительная линия 8"/>
            <p:cNvCxnSpPr/>
            <p:nvPr/>
          </p:nvCxnSpPr>
          <p:spPr>
            <a:xfrm>
              <a:off x="863600" y="717525"/>
              <a:ext cx="5232400" cy="0"/>
            </a:xfrm>
            <a:prstGeom prst="line">
              <a:avLst/>
            </a:prstGeom>
            <a:ln>
              <a:solidFill>
                <a:srgbClr val="CC171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Прямоугольник 9"/>
            <p:cNvSpPr/>
            <p:nvPr/>
          </p:nvSpPr>
          <p:spPr>
            <a:xfrm>
              <a:off x="770192" y="378613"/>
              <a:ext cx="3778250" cy="27699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ru-RU" sz="1200" dirty="0">
                  <a:solidFill>
                    <a:schemeClr val="bg1">
                      <a:lumMod val="65000"/>
                    </a:schemeClr>
                  </a:solidFill>
                </a:rPr>
                <a:t>ТЕХНИКО-КОММЕРЧЕСКОЕ ПРЕДЛОЖЕНИЕ</a:t>
              </a: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695579" y="10183813"/>
            <a:ext cx="6583108" cy="220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</a:pPr>
            <a:r>
              <a:rPr lang="ru-RU" sz="820" dirty="0">
                <a:solidFill>
                  <a:schemeClr val="bg1">
                    <a:lumMod val="50000"/>
                  </a:schemeClr>
                </a:solidFill>
              </a:rPr>
              <a:t>Компания </a:t>
            </a:r>
            <a:r>
              <a:rPr lang="en-US" sz="820" dirty="0">
                <a:solidFill>
                  <a:schemeClr val="bg1">
                    <a:lumMod val="50000"/>
                  </a:schemeClr>
                </a:solidFill>
              </a:rPr>
              <a:t>NEO STACK Technology   </a:t>
            </a:r>
            <a:r>
              <a:rPr lang="en-US" sz="820" dirty="0">
                <a:solidFill>
                  <a:srgbClr val="D3181A"/>
                </a:solidFill>
              </a:rPr>
              <a:t>|</a:t>
            </a:r>
            <a:r>
              <a:rPr lang="en-US" sz="82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ru-RU" sz="820" dirty="0">
                <a:solidFill>
                  <a:schemeClr val="bg1">
                    <a:lumMod val="50000"/>
                  </a:schemeClr>
                </a:solidFill>
              </a:rPr>
              <a:t>г. Томск, ул. Пушкина, 75</a:t>
            </a:r>
            <a:r>
              <a:rPr lang="en-US" sz="82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820" dirty="0">
                <a:solidFill>
                  <a:srgbClr val="D3181A"/>
                </a:solidFill>
              </a:rPr>
              <a:t>|</a:t>
            </a:r>
            <a:r>
              <a:rPr lang="en-US" sz="82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ru-RU" sz="820" dirty="0">
                <a:solidFill>
                  <a:schemeClr val="bg1">
                    <a:lumMod val="50000"/>
                  </a:schemeClr>
                </a:solidFill>
              </a:rPr>
              <a:t>тел. 8 (3822) 701-849, 701-899</a:t>
            </a:r>
            <a:r>
              <a:rPr lang="en-US" sz="82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820" dirty="0">
                <a:solidFill>
                  <a:srgbClr val="D3181A"/>
                </a:solidFill>
              </a:rPr>
              <a:t>|</a:t>
            </a:r>
            <a:r>
              <a:rPr lang="en-US" sz="82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ru-RU" sz="820" dirty="0">
                <a:solidFill>
                  <a:schemeClr val="bg1">
                    <a:lumMod val="50000"/>
                  </a:schemeClr>
                </a:solidFill>
              </a:rPr>
              <a:t>office@neostk.com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770191" y="9771425"/>
            <a:ext cx="6357683" cy="352880"/>
          </a:xfrm>
        </p:spPr>
        <p:txBody>
          <a:bodyPr/>
          <a:lstStyle>
            <a:lvl1pPr algn="l">
              <a:defRPr sz="820">
                <a:solidFill>
                  <a:srgbClr val="D3181A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684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81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28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460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169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28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131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509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96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96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5573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44D90-F417-4A38-A36F-319F4E58945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3FA27F-0D95-4897-813C-3B3D97E16B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042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51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NST">
      <a:dk1>
        <a:srgbClr val="3C3C3B"/>
      </a:dk1>
      <a:lt1>
        <a:sysClr val="window" lastClr="FFFFFF"/>
      </a:lt1>
      <a:dk2>
        <a:srgbClr val="44546A"/>
      </a:dk2>
      <a:lt2>
        <a:srgbClr val="E7E6E6"/>
      </a:lt2>
      <a:accent1>
        <a:srgbClr val="D3181A"/>
      </a:accent1>
      <a:accent2>
        <a:srgbClr val="3C3C3B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3208</TotalTime>
  <Words>0</Words>
  <Application>Microsoft Office PowerPoint</Application>
  <PresentationFormat>Произвольный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Montserrat</vt:lpstr>
      <vt:lpstr>Calibri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Матвей Сенин</cp:lastModifiedBy>
  <cp:revision>243</cp:revision>
  <dcterms:created xsi:type="dcterms:W3CDTF">2021-12-23T14:34:56Z</dcterms:created>
  <dcterms:modified xsi:type="dcterms:W3CDTF">2025-12-25T22:40:06Z</dcterms:modified>
</cp:coreProperties>
</file>